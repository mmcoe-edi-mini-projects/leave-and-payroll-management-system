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ppt/metadata" ContentType="application/binary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saveSubsetFonts="1" autoCompressPictures="0">
  <p:sldMasterIdLst>
    <p:sldMasterId id="2147483648" r:id="rId1"/>
  </p:sldMasterIdLst>
  <p:notesMasterIdLst>
    <p:notesMasterId r:id="rId3"/>
  </p:notesMasterIdLst>
  <p:sldIdLst>
    <p:sldId id="256" r:id="rId2"/>
  </p:sldIdLst>
  <p:sldSz cx="12192000" cy="6858000"/>
  <p:notesSz cx="6858000" cy="9144000"/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GoogleSlidesCustomDataVersion2">
      <go:slidesCustomData xmlns:go="http://customooxmlschemas.google.com/" xmlns:ahyp="http://schemas.microsoft.com/office/drawing/2018/hyperlinkcolor" xmlns:p15="http://schemas.microsoft.com/office/powerpoint/2012/main" xmlns:p14="http://schemas.microsoft.com/office/powerpoint/2010/main" xmlns:com="http://schemas.openxmlformats.org/drawingml/2006/compatibility" xmlns:pvml="urn:schemas-microsoft-com:office:powerpoint" xmlns:v="urn:schemas-microsoft-com:vml" xmlns:o="urn:schemas-microsoft-com:office:office" xmlns:dgm="http://schemas.openxmlformats.org/drawingml/2006/diagram" xmlns:c="http://schemas.openxmlformats.org/drawingml/2006/chart" xmlns:mv="urn:schemas-microsoft-com:mac:vml" xmlns:mc="http://schemas.openxmlformats.org/markup-compatibility/2006" xmlns="" r:id="rId6" roundtripDataSignature="AMtx7mhabwgdoVaZtXHIErNURSKfjKXN2Q==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78" d="100"/>
          <a:sy n="78" d="100"/>
        </p:scale>
        <p:origin x="850" y="6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viewProps" Target="viewProps.xml"/><Relationship Id="rId3" Type="http://schemas.openxmlformats.org/officeDocument/2006/relationships/notesMaster" Target="notesMasters/notesMaster1.xml"/><Relationship Id="rId7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customschemas.google.com/relationships/presentationmetadata" Target="metadata"/><Relationship Id="rId10" Type="http://schemas.openxmlformats.org/officeDocument/2006/relationships/tableStyles" Target="tableStyles.xml"/><Relationship Id="rId9" Type="http://schemas.openxmlformats.org/officeDocument/2006/relationships/theme" Target="theme/theme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>
            <a:spLocks noGrp="1" noRot="1" noChangeAspect="1"/>
          </p:cNvSpPr>
          <p:nvPr>
            <p:ph type="sldImg" idx="2"/>
          </p:nvPr>
        </p:nvSpPr>
        <p:spPr>
          <a:xfrm>
            <a:off x="1143225" y="685800"/>
            <a:ext cx="457222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marL="914400" lvl="1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marL="1371600" lvl="2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marL="1828800" lvl="3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marL="2286000" lvl="4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marL="2743200" lvl="5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marL="3200400" lvl="6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marL="3657600" lvl="7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marL="4114800" lvl="8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2" name="Google Shape;82;p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 type="title">
  <p:cSld name="TITLE">
    <p:spTree>
      <p:nvGrpSpPr>
        <p:cNvPr id="1" name="Shape 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Google Shape;12;p3"/>
          <p:cNvSpPr txBox="1"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Calibri"/>
              <a:buNone/>
              <a:defRPr sz="6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3" name="Google Shape;13;p3"/>
          <p:cNvSpPr txBox="1"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lvl="0" algn="ct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/>
            </a:lvl1pPr>
            <a:lvl2pPr lvl="1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/>
            </a:lvl2pPr>
            <a:lvl3pPr lvl="2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4pPr>
            <a:lvl5pPr lvl="4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5pPr>
            <a:lvl6pPr lvl="5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6pPr>
            <a:lvl7pPr lvl="6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7pPr>
            <a:lvl8pPr lvl="7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8pPr>
            <a:lvl9pPr lvl="8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9pPr>
          </a:lstStyle>
          <a:p>
            <a:endParaRPr/>
          </a:p>
        </p:txBody>
      </p:sp>
      <p:sp>
        <p:nvSpPr>
          <p:cNvPr id="14" name="Google Shape;14;p3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5" name="Google Shape;15;p3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6" name="Google Shape;16;p3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Content" type="obj">
  <p:cSld name="OBJECT">
    <p:spTree>
      <p:nvGrpSpPr>
        <p:cNvPr id="1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9" name="Google Shape;19;p4"/>
          <p:cNvSpPr txBox="1"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20" name="Google Shape;20;p4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1" name="Google Shape;21;p4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2" name="Google Shape;22;p4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Header" type="secHead">
  <p:cSld name="SECTION_HEADER">
    <p:spTree>
      <p:nvGrpSpPr>
        <p:cNvPr id="1" name="Shape 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Google Shape;24;p5"/>
          <p:cNvSpPr txBox="1"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Calibri"/>
              <a:buNone/>
              <a:defRPr sz="6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5" name="Google Shape;25;p5"/>
          <p:cNvSpPr txBox="1"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888888"/>
              </a:buClr>
              <a:buSzPts val="2400"/>
              <a:buNone/>
              <a:defRPr sz="2400">
                <a:solidFill>
                  <a:srgbClr val="888888"/>
                </a:solidFill>
              </a:defRPr>
            </a:lvl1pPr>
            <a:lvl2pPr marL="914400" lvl="1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 sz="2000">
                <a:solidFill>
                  <a:srgbClr val="888888"/>
                </a:solidFill>
              </a:defRPr>
            </a:lvl2pPr>
            <a:lvl3pPr marL="1371600" lvl="2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800"/>
              <a:buNone/>
              <a:defRPr sz="1800">
                <a:solidFill>
                  <a:srgbClr val="888888"/>
                </a:solidFill>
              </a:defRPr>
            </a:lvl3pPr>
            <a:lvl4pPr marL="1828800" lvl="3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4pPr>
            <a:lvl5pPr marL="2286000" lvl="4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5pPr>
            <a:lvl6pPr marL="2743200" lvl="5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6pPr>
            <a:lvl7pPr marL="3200400" lvl="6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7pPr>
            <a:lvl8pPr marL="3657600" lvl="7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8pPr>
            <a:lvl9pPr marL="4114800" lvl="8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9pPr>
          </a:lstStyle>
          <a:p>
            <a:endParaRPr/>
          </a:p>
        </p:txBody>
      </p:sp>
      <p:sp>
        <p:nvSpPr>
          <p:cNvPr id="26" name="Google Shape;26;p5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7" name="Google Shape;27;p5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8" name="Google Shape;28;p5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wo Content" type="twoObj">
  <p:cSld name="TWO_OBJECTS">
    <p:spTree>
      <p:nvGrpSpPr>
        <p:cNvPr id="1" name="Shape 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" name="Google Shape;30;p6"/>
          <p:cNvSpPr txBox="1"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1" name="Google Shape;31;p6"/>
          <p:cNvSpPr txBox="1">
            <a:spLocks noGrp="1"/>
          </p:cNvSpPr>
          <p:nvPr>
            <p:ph type="body" idx="1"/>
          </p:nvPr>
        </p:nvSpPr>
        <p:spPr>
          <a:xfrm>
            <a:off x="838200" y="1825625"/>
            <a:ext cx="5181600" cy="43513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32" name="Google Shape;32;p6"/>
          <p:cNvSpPr txBox="1">
            <a:spLocks noGrp="1"/>
          </p:cNvSpPr>
          <p:nvPr>
            <p:ph type="body" idx="2"/>
          </p:nvPr>
        </p:nvSpPr>
        <p:spPr>
          <a:xfrm>
            <a:off x="6172200" y="1825625"/>
            <a:ext cx="5181600" cy="43513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33" name="Google Shape;33;p6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4" name="Google Shape;34;p6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5" name="Google Shape;35;p6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omparison" type="twoTxTwoObj">
  <p:cSld name="TWO_OBJECTS_WITH_TEXT">
    <p:spTree>
      <p:nvGrpSpPr>
        <p:cNvPr id="1" name="Shape 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" name="Google Shape;37;p7"/>
          <p:cNvSpPr txBox="1"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8" name="Google Shape;38;p7"/>
          <p:cNvSpPr txBox="1"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 b="1"/>
            </a:lvl1pPr>
            <a:lvl2pPr marL="914400" lvl="1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 b="1"/>
            </a:lvl2pPr>
            <a:lvl3pPr marL="1371600" lvl="2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 b="1"/>
            </a:lvl3pPr>
            <a:lvl4pPr marL="1828800" lvl="3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4pPr>
            <a:lvl5pPr marL="2286000" lvl="4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5pPr>
            <a:lvl6pPr marL="2743200" lvl="5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6pPr>
            <a:lvl7pPr marL="3200400" lvl="6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7pPr>
            <a:lvl8pPr marL="3657600" lvl="7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8pPr>
            <a:lvl9pPr marL="4114800" lvl="8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9pPr>
          </a:lstStyle>
          <a:p>
            <a:endParaRPr/>
          </a:p>
        </p:txBody>
      </p:sp>
      <p:sp>
        <p:nvSpPr>
          <p:cNvPr id="39" name="Google Shape;39;p7"/>
          <p:cNvSpPr txBox="1">
            <a:spLocks noGrp="1"/>
          </p:cNvSpPr>
          <p:nvPr>
            <p:ph type="body" idx="2"/>
          </p:nvPr>
        </p:nvSpPr>
        <p:spPr>
          <a:xfrm>
            <a:off x="839788" y="2505075"/>
            <a:ext cx="5157787" cy="36845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40" name="Google Shape;40;p7"/>
          <p:cNvSpPr txBox="1">
            <a:spLocks noGrp="1"/>
          </p:cNvSpPr>
          <p:nvPr>
            <p:ph type="body" idx="3"/>
          </p:nvPr>
        </p:nvSpPr>
        <p:spPr>
          <a:xfrm>
            <a:off x="6172200" y="1681163"/>
            <a:ext cx="5183188" cy="82391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 b="1"/>
            </a:lvl1pPr>
            <a:lvl2pPr marL="914400" lvl="1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 b="1"/>
            </a:lvl2pPr>
            <a:lvl3pPr marL="1371600" lvl="2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 b="1"/>
            </a:lvl3pPr>
            <a:lvl4pPr marL="1828800" lvl="3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4pPr>
            <a:lvl5pPr marL="2286000" lvl="4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5pPr>
            <a:lvl6pPr marL="2743200" lvl="5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6pPr>
            <a:lvl7pPr marL="3200400" lvl="6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7pPr>
            <a:lvl8pPr marL="3657600" lvl="7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8pPr>
            <a:lvl9pPr marL="4114800" lvl="8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9pPr>
          </a:lstStyle>
          <a:p>
            <a:endParaRPr/>
          </a:p>
        </p:txBody>
      </p:sp>
      <p:sp>
        <p:nvSpPr>
          <p:cNvPr id="41" name="Google Shape;41;p7"/>
          <p:cNvSpPr txBox="1">
            <a:spLocks noGrp="1"/>
          </p:cNvSpPr>
          <p:nvPr>
            <p:ph type="body" idx="4"/>
          </p:nvPr>
        </p:nvSpPr>
        <p:spPr>
          <a:xfrm>
            <a:off x="6172200" y="2505075"/>
            <a:ext cx="5183188" cy="36845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42" name="Google Shape;42;p7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3" name="Google Shape;43;p7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4" name="Google Shape;44;p7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" type="titleOnly">
  <p:cSld name="TITLE_ONLY">
    <p:spTree>
      <p:nvGrpSpPr>
        <p:cNvPr id="1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8"/>
          <p:cNvSpPr txBox="1"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7" name="Google Shape;47;p8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8" name="Google Shape;48;p8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9" name="Google Shape;49;p8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 type="blank">
  <p:cSld name="BLANK">
    <p:spTree>
      <p:nvGrpSpPr>
        <p:cNvPr id="1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9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2" name="Google Shape;52;p9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3" name="Google Shape;53;p9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ontent with Caption" type="objTx">
  <p:cSld name="OBJECT_WITH_CAPTION_TEXT">
    <p:spTree>
      <p:nvGrpSpPr>
        <p:cNvPr id="1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10"/>
          <p:cNvSpPr txBox="1"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Calibri"/>
              <a:buNone/>
              <a:defRPr sz="32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6" name="Google Shape;56;p10"/>
          <p:cNvSpPr txBox="1">
            <a:spLocks noGrp="1"/>
          </p:cNvSpPr>
          <p:nvPr>
            <p:ph type="body" idx="1"/>
          </p:nvPr>
        </p:nvSpPr>
        <p:spPr>
          <a:xfrm>
            <a:off x="5183188" y="987425"/>
            <a:ext cx="6172200" cy="48736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4318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3200"/>
              <a:buChar char="•"/>
              <a:defRPr sz="3200"/>
            </a:lvl1pPr>
            <a:lvl2pPr marL="914400" lvl="1" indent="-406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 sz="2800"/>
            </a:lvl2pPr>
            <a:lvl3pPr marL="1371600" lvl="2" indent="-381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3pPr>
            <a:lvl4pPr marL="1828800" lvl="3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4pPr>
            <a:lvl5pPr marL="2286000" lvl="4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5pPr>
            <a:lvl6pPr marL="2743200" lvl="5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6pPr>
            <a:lvl7pPr marL="3200400" lvl="6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7pPr>
            <a:lvl8pPr marL="3657600" lvl="7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8pPr>
            <a:lvl9pPr marL="4114800" lvl="8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9pPr>
          </a:lstStyle>
          <a:p>
            <a:endParaRPr/>
          </a:p>
        </p:txBody>
      </p:sp>
      <p:sp>
        <p:nvSpPr>
          <p:cNvPr id="57" name="Google Shape;57;p10"/>
          <p:cNvSpPr txBox="1">
            <a:spLocks noGrp="1"/>
          </p:cNvSpPr>
          <p:nvPr>
            <p:ph type="body" idx="2"/>
          </p:nvPr>
        </p:nvSpPr>
        <p:spPr>
          <a:xfrm>
            <a:off x="839788" y="2057400"/>
            <a:ext cx="3932237" cy="38115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1pPr>
            <a:lvl2pPr marL="914400" lvl="1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2pPr>
            <a:lvl3pPr marL="1371600" lvl="2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3pPr>
            <a:lvl4pPr marL="1828800" lvl="3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4pPr>
            <a:lvl5pPr marL="2286000" lvl="4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5pPr>
            <a:lvl6pPr marL="2743200" lvl="5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6pPr>
            <a:lvl7pPr marL="3200400" lvl="6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7pPr>
            <a:lvl8pPr marL="3657600" lvl="7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8pPr>
            <a:lvl9pPr marL="4114800" lvl="8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9pPr>
          </a:lstStyle>
          <a:p>
            <a:endParaRPr/>
          </a:p>
        </p:txBody>
      </p:sp>
      <p:sp>
        <p:nvSpPr>
          <p:cNvPr id="58" name="Google Shape;58;p10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9" name="Google Shape;59;p10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0" name="Google Shape;60;p10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Picture with Caption" type="picTx">
  <p:cSld name="PICTURE_WITH_CAPTION_TEXT">
    <p:spTree>
      <p:nvGrpSpPr>
        <p:cNvPr id="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11"/>
          <p:cNvSpPr txBox="1"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Calibri"/>
              <a:buNone/>
              <a:defRPr sz="32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3" name="Google Shape;63;p11"/>
          <p:cNvSpPr>
            <a:spLocks noGrp="1"/>
          </p:cNvSpPr>
          <p:nvPr>
            <p:ph type="pic" idx="2"/>
          </p:nvPr>
        </p:nvSpPr>
        <p:spPr>
          <a:xfrm>
            <a:off x="5183188" y="987425"/>
            <a:ext cx="6172200" cy="4873625"/>
          </a:xfrm>
          <a:prstGeom prst="rect">
            <a:avLst/>
          </a:prstGeom>
          <a:noFill/>
          <a:ln>
            <a:noFill/>
          </a:ln>
        </p:spPr>
      </p:sp>
      <p:sp>
        <p:nvSpPr>
          <p:cNvPr id="64" name="Google Shape;64;p11"/>
          <p:cNvSpPr txBox="1">
            <a:spLocks noGrp="1"/>
          </p:cNvSpPr>
          <p:nvPr>
            <p:ph type="body" idx="1"/>
          </p:nvPr>
        </p:nvSpPr>
        <p:spPr>
          <a:xfrm>
            <a:off x="839788" y="2057400"/>
            <a:ext cx="3932237" cy="38115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1pPr>
            <a:lvl2pPr marL="914400" lvl="1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2pPr>
            <a:lvl3pPr marL="1371600" lvl="2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3pPr>
            <a:lvl4pPr marL="1828800" lvl="3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4pPr>
            <a:lvl5pPr marL="2286000" lvl="4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5pPr>
            <a:lvl6pPr marL="2743200" lvl="5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6pPr>
            <a:lvl7pPr marL="3200400" lvl="6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7pPr>
            <a:lvl8pPr marL="3657600" lvl="7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8pPr>
            <a:lvl9pPr marL="4114800" lvl="8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9pPr>
          </a:lstStyle>
          <a:p>
            <a:endParaRPr/>
          </a:p>
        </p:txBody>
      </p:sp>
      <p:sp>
        <p:nvSpPr>
          <p:cNvPr id="65" name="Google Shape;65;p11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6" name="Google Shape;66;p11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7" name="Google Shape;67;p11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Vertical Text" type="vertTx">
  <p:cSld name="VERTICAL_TEXT">
    <p:spTree>
      <p:nvGrpSpPr>
        <p:cNvPr id="1" name="Shape 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" name="Google Shape;69;p12"/>
          <p:cNvSpPr txBox="1"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0" name="Google Shape;70;p12"/>
          <p:cNvSpPr txBox="1">
            <a:spLocks noGrp="1"/>
          </p:cNvSpPr>
          <p:nvPr>
            <p:ph type="body" idx="1"/>
          </p:nvPr>
        </p:nvSpPr>
        <p:spPr>
          <a:xfrm rot="5400000">
            <a:off x="3920331" y="-1256506"/>
            <a:ext cx="4351338" cy="10515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71" name="Google Shape;71;p12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2" name="Google Shape;72;p12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3" name="Google Shape;73;p12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Vertical Title and Text" type="vertTitleAndTx">
  <p:cSld name="VERTICAL_TITLE_AND_VERTICAL_TEXT">
    <p:spTree>
      <p:nvGrpSpPr>
        <p:cNvPr id="1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3"/>
          <p:cNvSpPr txBox="1">
            <a:spLocks noGrp="1"/>
          </p:cNvSpPr>
          <p:nvPr>
            <p:ph type="title"/>
          </p:nvPr>
        </p:nvSpPr>
        <p:spPr>
          <a:xfrm rot="5400000">
            <a:off x="7133431" y="1956594"/>
            <a:ext cx="5811838" cy="2628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6" name="Google Shape;76;p13"/>
          <p:cNvSpPr txBox="1">
            <a:spLocks noGrp="1"/>
          </p:cNvSpPr>
          <p:nvPr>
            <p:ph type="body" idx="1"/>
          </p:nvPr>
        </p:nvSpPr>
        <p:spPr>
          <a:xfrm rot="5400000">
            <a:off x="1799431" y="-596106"/>
            <a:ext cx="5811838" cy="7734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77" name="Google Shape;77;p13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8" name="Google Shape;78;p13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9" name="Google Shape;79;p13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2"/>
          <p:cNvSpPr txBox="1"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marR="0" lvl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  <a:defRPr sz="4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>
            <a:endParaRPr/>
          </a:p>
        </p:txBody>
      </p:sp>
      <p:sp>
        <p:nvSpPr>
          <p:cNvPr id="7" name="Google Shape;7;p2"/>
          <p:cNvSpPr txBox="1"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marR="0" lvl="0" indent="-4064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•"/>
              <a:defRPr sz="2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marR="0" lvl="1" indent="-3810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sz="2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355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8" name="Google Shape;8;p2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9" name="Google Shape;9;p2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10" name="Google Shape;10;p2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"/>
          <p:cNvSpPr txBox="1"/>
          <p:nvPr/>
        </p:nvSpPr>
        <p:spPr>
          <a:xfrm>
            <a:off x="410816" y="185531"/>
            <a:ext cx="11463132" cy="461665"/>
          </a:xfrm>
          <a:prstGeom prst="rect">
            <a:avLst/>
          </a:prstGeom>
          <a:solidFill>
            <a:srgbClr val="9CC2E5"/>
          </a:solidFill>
          <a:ln w="9525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400" b="1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Student Team Weekly Report – One Page Template </a:t>
            </a:r>
            <a:endParaRPr sz="1800" b="1" i="0" u="none" strike="noStrike" cap="none" baseline="-250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5" name="Google Shape;85;p1"/>
          <p:cNvSpPr txBox="1"/>
          <p:nvPr/>
        </p:nvSpPr>
        <p:spPr>
          <a:xfrm>
            <a:off x="410816" y="819089"/>
            <a:ext cx="3445500" cy="923400"/>
          </a:xfrm>
          <a:prstGeom prst="rect">
            <a:avLst/>
          </a:prstGeom>
          <a:solidFill>
            <a:srgbClr val="DDEAF6"/>
          </a:solidFill>
          <a:ln w="9525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b="1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PROJECT/FEATURE</a:t>
            </a:r>
            <a:endParaRPr/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Leave and Payroll Management</a:t>
            </a:r>
            <a:endParaRPr/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6" name="Google Shape;86;p1"/>
          <p:cNvSpPr txBox="1"/>
          <p:nvPr/>
        </p:nvSpPr>
        <p:spPr>
          <a:xfrm>
            <a:off x="8242852" y="795130"/>
            <a:ext cx="3631200" cy="923400"/>
          </a:xfrm>
          <a:prstGeom prst="rect">
            <a:avLst/>
          </a:prstGeom>
          <a:solidFill>
            <a:srgbClr val="DDEAF6"/>
          </a:solidFill>
          <a:ln w="9525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b="1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WEEK TEAM/LEADER </a:t>
            </a:r>
            <a:endParaRPr/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9th August 2026 </a:t>
            </a:r>
            <a:endParaRPr/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Week Leader: Ayush Sadavarte</a:t>
            </a:r>
            <a:endParaRPr/>
          </a:p>
        </p:txBody>
      </p:sp>
      <p:sp>
        <p:nvSpPr>
          <p:cNvPr id="87" name="Google Shape;87;p1"/>
          <p:cNvSpPr txBox="1"/>
          <p:nvPr/>
        </p:nvSpPr>
        <p:spPr>
          <a:xfrm>
            <a:off x="4121426" y="795130"/>
            <a:ext cx="3829800" cy="923400"/>
          </a:xfrm>
          <a:prstGeom prst="rect">
            <a:avLst/>
          </a:prstGeom>
          <a:solidFill>
            <a:srgbClr val="FBE4D4"/>
          </a:solidFill>
          <a:ln w="9525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b="1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TEAM &amp; MENTOR</a:t>
            </a:r>
            <a:endParaRPr sz="1800" b="1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Sub-team: Group-4</a:t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Faculty Mentor: Mahesh Kandekar</a:t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8" name="Google Shape;88;p1"/>
          <p:cNvSpPr txBox="1"/>
          <p:nvPr/>
        </p:nvSpPr>
        <p:spPr>
          <a:xfrm>
            <a:off x="450573" y="1943174"/>
            <a:ext cx="3445565" cy="2031325"/>
          </a:xfrm>
          <a:prstGeom prst="rect">
            <a:avLst/>
          </a:prstGeom>
          <a:solidFill>
            <a:srgbClr val="92D050"/>
          </a:solidFill>
          <a:ln w="9525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WORK COMPLETED</a:t>
            </a:r>
            <a:endParaRPr/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9" name="Google Shape;89;p1"/>
          <p:cNvSpPr txBox="1"/>
          <p:nvPr/>
        </p:nvSpPr>
        <p:spPr>
          <a:xfrm>
            <a:off x="4121426" y="1954697"/>
            <a:ext cx="3829878" cy="2031325"/>
          </a:xfrm>
          <a:prstGeom prst="rect">
            <a:avLst/>
          </a:prstGeom>
          <a:solidFill>
            <a:srgbClr val="FF0000"/>
          </a:solidFill>
          <a:ln w="9525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CHALLENGES/RISKS</a:t>
            </a:r>
            <a:endParaRPr/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0" name="Google Shape;90;p1"/>
          <p:cNvSpPr txBox="1"/>
          <p:nvPr/>
        </p:nvSpPr>
        <p:spPr>
          <a:xfrm>
            <a:off x="8242853" y="1954697"/>
            <a:ext cx="3631096" cy="2031325"/>
          </a:xfrm>
          <a:prstGeom prst="rect">
            <a:avLst/>
          </a:prstGeom>
          <a:solidFill>
            <a:srgbClr val="FFC000"/>
          </a:solidFill>
          <a:ln w="9525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HELP NEEDED</a:t>
            </a:r>
            <a:endParaRPr/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1" name="Google Shape;91;p1"/>
          <p:cNvSpPr txBox="1"/>
          <p:nvPr/>
        </p:nvSpPr>
        <p:spPr>
          <a:xfrm>
            <a:off x="450583" y="4102781"/>
            <a:ext cx="5592300" cy="1262100"/>
          </a:xfrm>
          <a:prstGeom prst="rect">
            <a:avLst/>
          </a:prstGeom>
          <a:solidFill>
            <a:srgbClr val="ACB8CA"/>
          </a:solidFill>
          <a:ln w="9525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INTEGRATION AND COLLABORATION</a:t>
            </a:r>
            <a:r>
              <a:rPr lang="en-US"/>
              <a:t>:</a:t>
            </a:r>
            <a:endParaRPr/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Used HTML/CSS for the front-end. Worked with MySQL for database. Coordinated with team - 2,3 for the admin portal, leave-payroll page</a:t>
            </a:r>
            <a:endParaRPr/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6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2" name="Google Shape;92;p1"/>
          <p:cNvSpPr txBox="1"/>
          <p:nvPr/>
        </p:nvSpPr>
        <p:spPr>
          <a:xfrm>
            <a:off x="6241774" y="4158956"/>
            <a:ext cx="5619000" cy="861900"/>
          </a:xfrm>
          <a:prstGeom prst="rect">
            <a:avLst/>
          </a:prstGeom>
          <a:solidFill>
            <a:srgbClr val="ACB8CA"/>
          </a:solidFill>
          <a:ln w="9525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COMMON KPI EVIDENCES</a:t>
            </a:r>
            <a:endParaRPr/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1-5% CPU usage is involved. Due to corrections in files, memory usage data is currently unavailable.</a:t>
            </a:r>
            <a:endParaRPr sz="16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3" name="Google Shape;93;p1"/>
          <p:cNvSpPr txBox="1"/>
          <p:nvPr/>
        </p:nvSpPr>
        <p:spPr>
          <a:xfrm>
            <a:off x="450581" y="5493159"/>
            <a:ext cx="6619500" cy="923400"/>
          </a:xfrm>
          <a:prstGeom prst="rect">
            <a:avLst/>
          </a:prstGeom>
          <a:solidFill>
            <a:srgbClr val="F7CAAC"/>
          </a:solidFill>
          <a:ln w="9525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NEXT  WEEK COMMITMENTS</a:t>
            </a:r>
            <a:endParaRPr/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Our project lead for next week: Aarya Bhave</a:t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Complete the backend for the login page</a:t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4" name="Google Shape;94;p1"/>
          <p:cNvSpPr txBox="1"/>
          <p:nvPr/>
        </p:nvSpPr>
        <p:spPr>
          <a:xfrm>
            <a:off x="7242312" y="5451409"/>
            <a:ext cx="4618500" cy="923289"/>
          </a:xfrm>
          <a:prstGeom prst="rect">
            <a:avLst/>
          </a:prstGeom>
          <a:solidFill>
            <a:srgbClr val="F7CAAC"/>
          </a:solidFill>
          <a:ln w="9525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MENTOR RESPONSE</a:t>
            </a: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The project was explained and we discussed the technologies involved briefly</a:t>
            </a:r>
            <a:endParaRPr dirty="0"/>
          </a:p>
        </p:txBody>
      </p:sp>
      <p:sp>
        <p:nvSpPr>
          <p:cNvPr id="95" name="Google Shape;95;p1"/>
          <p:cNvSpPr txBox="1"/>
          <p:nvPr/>
        </p:nvSpPr>
        <p:spPr>
          <a:xfrm>
            <a:off x="2451652" y="2146852"/>
            <a:ext cx="1232452" cy="3693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6" name="Google Shape;96;p1"/>
          <p:cNvSpPr txBox="1"/>
          <p:nvPr/>
        </p:nvSpPr>
        <p:spPr>
          <a:xfrm>
            <a:off x="662608" y="2358673"/>
            <a:ext cx="3021600" cy="646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Completed the front-end for login, signup page.</a:t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7" name="Google Shape;97;p1"/>
          <p:cNvSpPr txBox="1"/>
          <p:nvPr/>
        </p:nvSpPr>
        <p:spPr>
          <a:xfrm>
            <a:off x="4273823" y="2349095"/>
            <a:ext cx="3438900" cy="646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Still working for the entire database</a:t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8" name="Google Shape;98;p1"/>
          <p:cNvSpPr txBox="1"/>
          <p:nvPr/>
        </p:nvSpPr>
        <p:spPr>
          <a:xfrm>
            <a:off x="8338929" y="2425796"/>
            <a:ext cx="3438900" cy="369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None as of now</a:t>
            </a:r>
            <a:endParaRPr/>
          </a:p>
        </p:txBody>
      </p:sp>
      <p:sp>
        <p:nvSpPr>
          <p:cNvPr id="99" name="Google Shape;99;p1"/>
          <p:cNvSpPr txBox="1"/>
          <p:nvPr/>
        </p:nvSpPr>
        <p:spPr>
          <a:xfrm>
            <a:off x="503581" y="6488668"/>
            <a:ext cx="8547654" cy="30777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00" b="1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Note: Leader Submits; all four members view and actions, confirm accuracy before submission  </a:t>
            </a:r>
            <a:endParaRPr sz="1400" b="1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165</Words>
  <Application>Microsoft Office PowerPoint</Application>
  <PresentationFormat>Widescreen</PresentationFormat>
  <Paragraphs>37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creator>HP</dc:creator>
  <cp:lastModifiedBy>Ayush Sadavarte</cp:lastModifiedBy>
  <cp:revision>1</cp:revision>
  <dcterms:created xsi:type="dcterms:W3CDTF">2026-08-06T17:56:38Z</dcterms:created>
  <dcterms:modified xsi:type="dcterms:W3CDTF">2026-08-10T15:26:58Z</dcterms:modified>
</cp:coreProperties>
</file>