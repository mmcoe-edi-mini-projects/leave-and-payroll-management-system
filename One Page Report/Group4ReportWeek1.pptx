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abwgdoVaZtXHIErNURSKfjKXN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10816" y="185531"/>
            <a:ext cx="11463132" cy="461665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Team Weekly Report – One Page Template 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0816" y="819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 and Payroll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42852" y="795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9th August 2026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Leader: Ayush Sadavarte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121426" y="795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Sub-team: Group-4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Mentor: Mahesh Kandekar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0573" y="1943174"/>
            <a:ext cx="3445565" cy="2031325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121426" y="1954697"/>
            <a:ext cx="3829878" cy="203132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242853" y="1954697"/>
            <a:ext cx="3631096" cy="203132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0583" y="4102781"/>
            <a:ext cx="5592300" cy="12621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r>
              <a:rPr lang="en-US"/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Used HTML/CSS for the front-end. Worked with MySQL for database. Coordinated with team - 2,3 for the admin portal, leave-payroll page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241774" y="4158956"/>
            <a:ext cx="5619000" cy="8619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1-5% CPU usage is involved. Due to corrections in files, memory usage data is currently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unavailable.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50581" y="5493159"/>
            <a:ext cx="6619500" cy="923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project lead for next week: Aarya Bhave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backend for the login page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242312" y="5451409"/>
            <a:ext cx="4618500" cy="923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one week is over and mentor hasn’t checked the project yet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51652" y="2146852"/>
            <a:ext cx="1232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62608" y="2358673"/>
            <a:ext cx="302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 the front-end for login, signup page.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73823" y="2349095"/>
            <a:ext cx="343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Still working for the entire database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38929" y="2425796"/>
            <a:ext cx="34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as of now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03581" y="6488668"/>
            <a:ext cx="85476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Leader Submits; all four members view and actions, confirm accuracy before submission 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